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7C3797-59E3-1F06-90A0-83A3CA289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7FA842-40F2-F928-1363-03BE85D2A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598E95-E305-AD74-E502-EA1B4E488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89CEE-F1D3-4A51-BCB0-41738F2271EE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FD4CAB-1450-4D97-043F-3B3370219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E825F7-5B85-40DE-1532-14500BE6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1B936-0986-47CB-99C7-AAAF4B46A9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0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19702D-A93F-0B63-A5FC-4F097F85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F09814-7424-7ED2-D400-E0136B265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E4574F-3130-9F59-F0D3-CD2B875B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89CEE-F1D3-4A51-BCB0-41738F2271EE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C0A41A-7248-EE28-47E8-006A980DE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BB6D06-9AF5-0428-BD44-A3541234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1B936-0986-47CB-99C7-AAAF4B46A9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648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5198EE-E725-E35F-0913-DF662F8CE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220EC2-B9D2-1614-2A7A-162FEC25E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0EDC29-B838-BB5C-F4F6-1E5AED56E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89CEE-F1D3-4A51-BCB0-41738F2271EE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27608B-8925-E2EC-918B-DE90B9418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A4DCE8-784E-7612-A98D-AB78DC6D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1B936-0986-47CB-99C7-AAAF4B46A9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6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5FF3C-7E7B-6B71-731C-F4A97789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BF9617-4367-EA46-976B-CEE75A812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B4886B-49DC-22CB-0F1A-ACD015C0C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F992AF-40C9-BE12-D8CA-8959DBAE2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89CEE-F1D3-4A51-BCB0-41738F2271EE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E0832E-2452-E483-FE7C-82740E37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E83FF7-6D70-AA27-07D4-3B64244D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1B936-0986-47CB-99C7-AAAF4B46A9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38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B0046-9157-93A0-D4E1-3A3EE7645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3CCE0A-9041-7F03-7C2A-DC4B1237F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1BD3F3-BD34-5ADD-EABE-17B072F7A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26ABE2C-47B9-1644-4A23-72CCF67A8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CAD13E-6FDA-F9E8-767F-B97B3AC58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A79F69-07F6-4083-1E57-55A98C92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89CEE-F1D3-4A51-BCB0-41738F2271EE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FB2DB28-DDC0-3E8A-7B9E-B3FC46E26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B3B538-E081-AB75-E82F-E7D57719A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1B936-0986-47CB-99C7-AAAF4B46A9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02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23D11-B204-166E-BC4C-381BD31A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D12B8D-C5EF-B8C5-C30D-4C35EEB30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89CEE-F1D3-4A51-BCB0-41738F2271EE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A30A4F-1C3E-973F-EF0A-7BE311AF3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23603A-B553-37DE-2301-ABA687F8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1B936-0986-47CB-99C7-AAAF4B46A9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330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A5D36A3-274C-4970-8620-EAC15D660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89CEE-F1D3-4A51-BCB0-41738F2271EE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B461CCF-6721-6992-264A-A4232F16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8F0A31-73D3-48EA-E628-AFAF861F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1B936-0986-47CB-99C7-AAAF4B46A9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473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004441-D96F-F2D2-8443-E77B433CF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4EC375-2B34-2BD6-E334-F98DF8387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D872C7-A729-8C16-F6A1-16E584EFB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6FC923-E055-C1FA-CB8F-98EAD8153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89CEE-F1D3-4A51-BCB0-41738F2271EE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BB7B2E-DA5F-AD6C-9EED-A0773B484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BD6378-E53A-0D08-C444-E77FBF7A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1B936-0986-47CB-99C7-AAAF4B46A9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883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E0A9A5-31A1-E65F-8FFF-FF521147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437753B-88E8-879B-DD47-83864D0BD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D04490-D274-F49E-A91F-B8897A668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4EB919-6BE3-0E9E-06D0-CE26CD8A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89CEE-F1D3-4A51-BCB0-41738F2271EE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2D689B-B4C6-416F-B69D-452E4F24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450CF8-9CFD-3F14-5A74-B2682F4D7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1B936-0986-47CB-99C7-AAAF4B46A9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893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CDDDD6-A18A-BC30-2D83-FA4F15E78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2DC953-1FDE-700B-628C-85EC5A871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66B30E-1D41-ED53-CD6D-A5E00DBD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89CEE-F1D3-4A51-BCB0-41738F2271EE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B6666F-3DDE-F290-22CC-36D5E9912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DBAAD8-A67B-CD11-CAD7-9E1924DE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1B936-0986-47CB-99C7-AAAF4B46A9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29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14C4BEB-8D46-078A-A38D-02796973F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60C4FA-C51D-0DDC-7F78-007DA3EAC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0592D8-DB34-669E-E605-E1AC985CD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89CEE-F1D3-4A51-BCB0-41738F2271EE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86A70C-CA42-BDF9-304A-4E4CD911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F3A31-FB43-7C31-9D7D-948BDB4C5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1B936-0986-47CB-99C7-AAAF4B46A9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92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8169-245A-4D65-D52E-327DF4F5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155A87-D564-70C4-3EDD-E947370C1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F52F8F-B826-555E-FE2E-0AC3A2FE5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89CEE-F1D3-4A51-BCB0-41738F2271EE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DACF10-71AF-7EFD-E0C2-B63FB2720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9A25E-AA56-912D-B609-4CA08F9F8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1B936-0986-47CB-99C7-AAAF4B46A9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30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 descr="Изображение выглядит как картина, небо, растение, на открытом воздух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85CCD92-1293-3143-8874-E073388E0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4" y="-12120"/>
            <a:ext cx="12308965" cy="6870120"/>
          </a:xfrm>
          <a:prstGeom prst="rect">
            <a:avLst/>
          </a:prstGeom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D5FD5D79-3980-D200-1E5A-4727E6915E3B}"/>
              </a:ext>
            </a:extLst>
          </p:cNvPr>
          <p:cNvSpPr/>
          <p:nvPr/>
        </p:nvSpPr>
        <p:spPr>
          <a:xfrm>
            <a:off x="1158683" y="1040055"/>
            <a:ext cx="9745883" cy="5249119"/>
          </a:xfrm>
          <a:custGeom>
            <a:avLst/>
            <a:gdLst>
              <a:gd name="connsiteX0" fmla="*/ 0 w 9745883"/>
              <a:gd name="connsiteY0" fmla="*/ 2624560 h 5249119"/>
              <a:gd name="connsiteX1" fmla="*/ 4872942 w 9745883"/>
              <a:gd name="connsiteY1" fmla="*/ 0 h 5249119"/>
              <a:gd name="connsiteX2" fmla="*/ 9745884 w 9745883"/>
              <a:gd name="connsiteY2" fmla="*/ 2624560 h 5249119"/>
              <a:gd name="connsiteX3" fmla="*/ 4872942 w 9745883"/>
              <a:gd name="connsiteY3" fmla="*/ 5249120 h 5249119"/>
              <a:gd name="connsiteX4" fmla="*/ 0 w 9745883"/>
              <a:gd name="connsiteY4" fmla="*/ 2624560 h 5249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45883" h="5249119" fill="none" extrusionOk="0">
                <a:moveTo>
                  <a:pt x="0" y="2624560"/>
                </a:moveTo>
                <a:cubicBezTo>
                  <a:pt x="77842" y="1101071"/>
                  <a:pt x="2505846" y="21390"/>
                  <a:pt x="4872942" y="0"/>
                </a:cubicBezTo>
                <a:cubicBezTo>
                  <a:pt x="7653427" y="152527"/>
                  <a:pt x="9702547" y="1174125"/>
                  <a:pt x="9745884" y="2624560"/>
                </a:cubicBezTo>
                <a:cubicBezTo>
                  <a:pt x="9902899" y="4096833"/>
                  <a:pt x="7373944" y="5162296"/>
                  <a:pt x="4872942" y="5249120"/>
                </a:cubicBezTo>
                <a:cubicBezTo>
                  <a:pt x="1921306" y="5326821"/>
                  <a:pt x="137544" y="3887610"/>
                  <a:pt x="0" y="2624560"/>
                </a:cubicBezTo>
                <a:close/>
              </a:path>
              <a:path w="9745883" h="5249119" stroke="0" extrusionOk="0">
                <a:moveTo>
                  <a:pt x="0" y="2624560"/>
                </a:moveTo>
                <a:cubicBezTo>
                  <a:pt x="-121799" y="1388746"/>
                  <a:pt x="1921647" y="-107383"/>
                  <a:pt x="4872942" y="0"/>
                </a:cubicBezTo>
                <a:cubicBezTo>
                  <a:pt x="7840738" y="-40826"/>
                  <a:pt x="9690840" y="1275309"/>
                  <a:pt x="9745884" y="2624560"/>
                </a:cubicBezTo>
                <a:cubicBezTo>
                  <a:pt x="9394334" y="4191562"/>
                  <a:pt x="7317024" y="5541400"/>
                  <a:pt x="4872942" y="5249120"/>
                </a:cubicBezTo>
                <a:cubicBezTo>
                  <a:pt x="2227254" y="5219633"/>
                  <a:pt x="-142442" y="4106738"/>
                  <a:pt x="0" y="2624560"/>
                </a:cubicBezTo>
                <a:close/>
              </a:path>
            </a:pathLst>
          </a:cu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мультфильм, шар, искусство, све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2BFA358-B8FF-930D-CCB2-6B978DFFB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86" y="2251942"/>
            <a:ext cx="1047627" cy="2354116"/>
          </a:xfrm>
          <a:prstGeom prst="rect">
            <a:avLst/>
          </a:prstGeom>
        </p:spPr>
      </p:pic>
      <p:pic>
        <p:nvPicPr>
          <p:cNvPr id="7" name="Рисунок 6" descr="Изображение выглядит как Графика, Шрифт, графический дизайн, крас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DE7380C-B23A-25AF-1CE9-FDF8E1D27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" t="4914"/>
          <a:stretch/>
        </p:blipFill>
        <p:spPr>
          <a:xfrm>
            <a:off x="2772935" y="2048536"/>
            <a:ext cx="6542126" cy="3221802"/>
          </a:xfrm>
          <a:prstGeom prst="rect">
            <a:avLst/>
          </a:prstGeom>
        </p:spPr>
      </p:pic>
      <p:pic>
        <p:nvPicPr>
          <p:cNvPr id="9" name="Рисунок 8" descr="Изображение выглядит как безалкогольный напиток, графическая вставка, зарисовка, мультфильм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0338A38-C1A2-35D5-B10A-C0D7693D60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028" y="5330912"/>
            <a:ext cx="1004991" cy="146180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Минеральный, кварц, кристал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E9572D9-F50F-32EA-E240-45A7326D8B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227" y="248578"/>
            <a:ext cx="2460706" cy="1090263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сердц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438406D-617E-8AED-E55F-C464984978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850" y="2390749"/>
            <a:ext cx="2150072" cy="118162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1BE9AB4-3DAE-413C-70D4-A35E337CDA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30" y="185879"/>
            <a:ext cx="1994755" cy="1306489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Красочность, сердце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CB632B7-0E2A-89A8-940E-015D81AC8C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78" y="2177522"/>
            <a:ext cx="2295220" cy="863257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сердце, творческий подход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0B1D5AF-895D-F988-32F1-4A0F17FA3B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150" y="354901"/>
            <a:ext cx="1967346" cy="1029355"/>
          </a:xfrm>
          <a:prstGeom prst="rect">
            <a:avLst/>
          </a:prstGeom>
        </p:spPr>
      </p:pic>
      <p:pic>
        <p:nvPicPr>
          <p:cNvPr id="23" name="Рисунок 22" descr="Изображение выглядит как мультфильм, шар, искусство, све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8118676-4EAD-F4C4-18C4-462656E55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835" y="80599"/>
            <a:ext cx="935734" cy="210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97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playback (online-video-cutter.com) (2)">
            <a:hlinkClick r:id="" action="ppaction://media"/>
            <a:extLst>
              <a:ext uri="{FF2B5EF4-FFF2-40B4-BE49-F238E27FC236}">
                <a16:creationId xmlns:a16="http://schemas.microsoft.com/office/drawing/2014/main" id="{17E8DE00-9C04-6011-8224-09E27C352B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7111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9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4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картина, растение, небо, рисунок">
            <a:extLst>
              <a:ext uri="{FF2B5EF4-FFF2-40B4-BE49-F238E27FC236}">
                <a16:creationId xmlns:a16="http://schemas.microsoft.com/office/drawing/2014/main" id="{93A0F7EF-07E2-51B2-D705-CD47859F3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  <p:pic>
        <p:nvPicPr>
          <p:cNvPr id="2" name="eng_version">
            <a:hlinkClick r:id="" action="ppaction://media"/>
            <a:extLst>
              <a:ext uri="{FF2B5EF4-FFF2-40B4-BE49-F238E27FC236}">
                <a16:creationId xmlns:a16="http://schemas.microsoft.com/office/drawing/2014/main" id="{4CD376AF-4959-AF1D-91B3-1CB02674A3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72322" y="16790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9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картина, небо, растение, на открытом воздух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38CDEBA-406A-97D3-B0BF-DE1E71E16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4" y="-12120"/>
            <a:ext cx="12308965" cy="6870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1136DD-D0DD-0536-C7C9-2FA12900A65A}"/>
              </a:ext>
            </a:extLst>
          </p:cNvPr>
          <p:cNvSpPr txBox="1"/>
          <p:nvPr/>
        </p:nvSpPr>
        <p:spPr>
          <a:xfrm>
            <a:off x="1603171" y="770830"/>
            <a:ext cx="88174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latin typeface="Lilita One" panose="02000000000000000000" pitchFamily="2" charset="0"/>
              </a:rPr>
              <a:t>Thank you for  your attention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10811275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5</Words>
  <Application>Microsoft Office PowerPoint</Application>
  <PresentationFormat>Широкоэкранный</PresentationFormat>
  <Paragraphs>1</Paragraphs>
  <Slides>4</Slides>
  <Notes>0</Notes>
  <HiddenSlides>0</HiddenSlides>
  <MMClips>2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Lilita One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Evgeniia Baranova</dc:creator>
  <cp:lastModifiedBy>Evgeniia Baranova</cp:lastModifiedBy>
  <cp:revision>4</cp:revision>
  <dcterms:created xsi:type="dcterms:W3CDTF">2026-10-23T14:14:47Z</dcterms:created>
  <dcterms:modified xsi:type="dcterms:W3CDTF">2026-10-23T19:52:42Z</dcterms:modified>
</cp:coreProperties>
</file>